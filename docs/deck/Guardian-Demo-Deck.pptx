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hurt people. The remedies are free: refunds, repair kits, replacement parts. Most go unclaimed, because a recall is broadcast to everyone and matched to no one. CPSC alone published nearly six hundred recalls in the last thirteen months. And the receipt that proves you own the product sits in an email nobody opens.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person who runs the household: the parent of a young child, the car owner, anyone with appliances. Not another app to keep open. One text,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 forward a receipt, or add a car by its VIN. Watch: every night, a Strands graph pulls the government recall feeds and matches them in code. Only ambiguous pairs reach a model. Decide: a triage agent picks what deserves an interruption, and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one VIN. Intake redacts the card numbers, then pulls out the brand, model, UPC, purchase date, retailer and warranty term. Select an item and you see its receipt, its warranty window, and its recall checks. None yet, because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exactly as the Strands graph sees it, streamed live. Grey nodes are code. Blue nodes are agents. Green is the verifier, and amber is the human gate. The feeds refresh, candidates are generated in code, the matcher judges only the ambiguous pairs, triage decides what deserves an interruption tonight, and the verifier checks the plan. It can send the plan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the days since Guardian last needed you. Today it is zero, because a critical recall matched. Twelve items watched, nearly two thousand recalls screened, and the sweep log shows every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receipt attached, and the reasoning is one click away. One tap: request the refund. The graph resumes. The remedy agent writes the request to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shows the human wait as its own bar. And every sweep is logged, even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paging, VIN decoding, UPC matching and the notification budget are all code. Deciding whether a listing is the recalled product, or whether a plan is worth an interruption, that is an agent. Every agent output is a validated object. A quiet night skips the agents entirely: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five hundred ninety-four CPSC recalls, twelve hundred openFDA reports, seven thousand pairs checked in code, eight matches, and a pause at the gate after four minutes and forty-one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240106"/>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ow-paused.png"/>
          <p:cNvPicPr>
            <a:picLocks noChangeAspect="1"/>
          </p:cNvPicPr>
          <p:nvPr/>
        </p:nvPicPr>
        <p:blipFill>
          <a:blip r:embed="rId2"/>
          <a:stretch>
            <a:fillRect/>
          </a:stretch>
        </p:blipFill>
        <p:spPr>
          <a:xfrm>
            <a:off x="4190895" y="609584"/>
            <a:ext cx="7492812" cy="42147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779"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79"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0431"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0431"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8083"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65735"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83387"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1039" y="2451038"/>
            <a:ext cx="1485862"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rIns="0" t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779" y="4006749"/>
            <a:ext cx="1485862" cy="228594"/>
          </a:xfrm>
          <a:prstGeom prst="rect">
            <a:avLst/>
          </a:prstGeom>
          <a:noFill/>
        </p:spPr>
        <p:txBody>
          <a:bodyPr wrap="square" lIns="0" rIns="0" t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rIns="0" t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779" y="4705232"/>
            <a:ext cx="1485862"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30431"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48083"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65735"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Provider: Claude on the Anthropic API; Amazon Bedrock pending account authorization. AgentCore Runtime built and tested locally. See ARCHITECTURE.md §5 and docs/PROBLEMS_EXPERIENCED.md.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